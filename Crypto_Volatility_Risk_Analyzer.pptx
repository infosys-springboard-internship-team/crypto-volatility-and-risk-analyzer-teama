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Crypto Volatility &amp; Risk Analyzer – Milestone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Presented by: A. Hemalatha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Infosys Springboard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Analyze cryptocurrency volatility and risk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Fetch live and historical crypto data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Calculate returns, volatility, and Value at Risk (VaR)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Visualize trends, returns, and trading volumes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Data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Used yFinance for Bitcoin historical data (1 year)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Used CoinGecko API for live prices of 8 cryptocurrencies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Stored data in CSV files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Daily Returns &amp; Volatility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Calculated daily returns using percentage change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Daily volatility: standard deviation of returns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Annual volatility: scaled by sqrt(252)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Value at Risk (VaR)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- 5% confidence level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Measures potential loss in worst-case scenario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Calculated using historical return quantiles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Price trend over 1 year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Return distribution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Cumulative returns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- 7-day trends for BTC, ETH, SOL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- 24h trading volume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Live Crypto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Built using Streamlit and Plotly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Real-time price, 24h change, and volume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Trend charts for selected cryptocurrencies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Interactive and refreshable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- Successfully implemented Milestone 1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Fetched, processed, and visualized crypto data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- Ready for analysis of volatility and risk in next milestones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58A6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Prepared by: A. Hemalatha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Infosys Springboard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